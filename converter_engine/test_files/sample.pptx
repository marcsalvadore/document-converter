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Introduction Slide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Welcome to the presentation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Agenda Items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First agenda item</a:t>
            </a:r>
          </a:p>
          <a:p>
            <a:pPr lvl="1"/>
            <a:r>
              <a:t>Sub-bullet detail</a:t>
            </a:r>
          </a:p>
          <a:p>
            <a:pPr/>
            <a:r>
              <a:t>Second agenda item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